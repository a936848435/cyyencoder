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 b="1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image" Target="../media/image8.jpeg"/><Relationship Id="rId7" Type="http://schemas.openxmlformats.org/officeDocument/2006/relationships/image" Target="../media/image7.jpeg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jpeg"/><Relationship Id="rId3" Type="http://schemas.openxmlformats.org/officeDocument/2006/relationships/image" Target="../media/image3.jpeg"/><Relationship Id="rId23" Type="http://schemas.openxmlformats.org/officeDocument/2006/relationships/notesSlide" Target="../notesSlides/notesSlide1.xml"/><Relationship Id="rId22" Type="http://schemas.openxmlformats.org/officeDocument/2006/relationships/slideLayout" Target="../slideLayouts/slideLayout1.xml"/><Relationship Id="rId21" Type="http://schemas.openxmlformats.org/officeDocument/2006/relationships/tags" Target="../tags/tag1.xml"/><Relationship Id="rId20" Type="http://schemas.openxmlformats.org/officeDocument/2006/relationships/image" Target="../media/image20.png"/><Relationship Id="rId2" Type="http://schemas.openxmlformats.org/officeDocument/2006/relationships/image" Target="../media/image2.png"/><Relationship Id="rId19" Type="http://schemas.openxmlformats.org/officeDocument/2006/relationships/image" Target="../media/image19.png"/><Relationship Id="rId18" Type="http://schemas.openxmlformats.org/officeDocument/2006/relationships/image" Target="../media/image18.png"/><Relationship Id="rId17" Type="http://schemas.openxmlformats.org/officeDocument/2006/relationships/image" Target="../media/image17.png"/><Relationship Id="rId16" Type="http://schemas.openxmlformats.org/officeDocument/2006/relationships/image" Target="../media/image16.png"/><Relationship Id="rId15" Type="http://schemas.openxmlformats.org/officeDocument/2006/relationships/image" Target="../media/image15.png"/><Relationship Id="rId14" Type="http://schemas.openxmlformats.org/officeDocument/2006/relationships/image" Target="../media/image14.png"/><Relationship Id="rId13" Type="http://schemas.openxmlformats.org/officeDocument/2006/relationships/image" Target="../media/image13.png"/><Relationship Id="rId12" Type="http://schemas.openxmlformats.org/officeDocument/2006/relationships/image" Target="../media/image12.png"/><Relationship Id="rId11" Type="http://schemas.openxmlformats.org/officeDocument/2006/relationships/image" Target="../media/image11.png"/><Relationship Id="rId10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/>
          <p:cNvSpPr/>
          <p:nvPr/>
        </p:nvSpPr>
        <p:spPr>
          <a:xfrm>
            <a:off x="0" y="5965190"/>
            <a:ext cx="12192000" cy="892810"/>
          </a:xfrm>
          <a:prstGeom prst="rect">
            <a:avLst/>
          </a:prstGeom>
          <a:solidFill>
            <a:srgbClr val="3546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1671320" y="437515"/>
            <a:ext cx="297434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实验结果</a:t>
            </a:r>
            <a:r>
              <a:rPr lang="en-US" altLang="zh-CN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热力图</a:t>
            </a:r>
            <a:endParaRPr lang="zh-CN" altLang="en-US" sz="24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9" name="椭圆 78"/>
          <p:cNvSpPr/>
          <p:nvPr/>
        </p:nvSpPr>
        <p:spPr>
          <a:xfrm>
            <a:off x="11716385" y="6490970"/>
            <a:ext cx="165100" cy="165100"/>
          </a:xfrm>
          <a:prstGeom prst="ellipse">
            <a:avLst/>
          </a:prstGeom>
          <a:solidFill>
            <a:srgbClr val="6981B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椭圆 79"/>
          <p:cNvSpPr/>
          <p:nvPr/>
        </p:nvSpPr>
        <p:spPr>
          <a:xfrm>
            <a:off x="11716385" y="6252845"/>
            <a:ext cx="165100" cy="1651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bg1"/>
              </a:solidFill>
            </a:endParaRPr>
          </a:p>
        </p:txBody>
      </p:sp>
      <p:grpSp>
        <p:nvGrpSpPr>
          <p:cNvPr id="23" name="组合 22"/>
          <p:cNvGrpSpPr/>
          <p:nvPr/>
        </p:nvGrpSpPr>
        <p:grpSpPr>
          <a:xfrm>
            <a:off x="511175" y="278130"/>
            <a:ext cx="1266190" cy="861060"/>
            <a:chOff x="1312" y="1000"/>
            <a:chExt cx="10913" cy="7422"/>
          </a:xfrm>
        </p:grpSpPr>
        <p:pic>
          <p:nvPicPr>
            <p:cNvPr id="11" name="图片 10" descr="团徽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312" y="2089"/>
              <a:ext cx="5001" cy="5099"/>
            </a:xfrm>
            <a:prstGeom prst="rect">
              <a:avLst/>
            </a:prstGeom>
          </p:spPr>
        </p:pic>
        <p:pic>
          <p:nvPicPr>
            <p:cNvPr id="12" name="图片 11" descr="海南大学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55" y="1000"/>
              <a:ext cx="6171" cy="7422"/>
            </a:xfrm>
            <a:prstGeom prst="rect">
              <a:avLst/>
            </a:prstGeom>
          </p:spPr>
        </p:pic>
      </p:grpSp>
      <p:grpSp>
        <p:nvGrpSpPr>
          <p:cNvPr id="29" name="组合 28"/>
          <p:cNvGrpSpPr/>
          <p:nvPr/>
        </p:nvGrpSpPr>
        <p:grpSpPr>
          <a:xfrm>
            <a:off x="2751455" y="1109345"/>
            <a:ext cx="9271000" cy="3724275"/>
            <a:chOff x="495" y="489"/>
            <a:chExt cx="17629" cy="7229"/>
          </a:xfrm>
        </p:grpSpPr>
        <p:pic>
          <p:nvPicPr>
            <p:cNvPr id="4" name="图片 3" descr="n01494475_570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5" y="503"/>
              <a:ext cx="2725" cy="2044"/>
            </a:xfrm>
            <a:prstGeom prst="rect">
              <a:avLst/>
            </a:prstGeom>
          </p:spPr>
        </p:pic>
        <p:pic>
          <p:nvPicPr>
            <p:cNvPr id="5" name="图片 4" descr="n01616318_1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600" y="503"/>
              <a:ext cx="2281" cy="2044"/>
            </a:xfrm>
            <a:prstGeom prst="rect">
              <a:avLst/>
            </a:prstGeom>
          </p:spPr>
        </p:pic>
        <p:pic>
          <p:nvPicPr>
            <p:cNvPr id="6" name="图片 5" descr="n01728572_1081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261" y="503"/>
              <a:ext cx="2545" cy="2055"/>
            </a:xfrm>
            <a:prstGeom prst="rect">
              <a:avLst/>
            </a:prstGeom>
          </p:spPr>
        </p:pic>
        <p:pic>
          <p:nvPicPr>
            <p:cNvPr id="7" name="图片 6" descr="n01980166_78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186" y="503"/>
              <a:ext cx="2626" cy="2066"/>
            </a:xfrm>
            <a:prstGeom prst="rect">
              <a:avLst/>
            </a:prstGeom>
          </p:spPr>
        </p:pic>
        <p:pic>
          <p:nvPicPr>
            <p:cNvPr id="8" name="图片 7" descr="n02009229_3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5117" y="489"/>
              <a:ext cx="2978" cy="2070"/>
            </a:xfrm>
            <a:prstGeom prst="rect">
              <a:avLst/>
            </a:prstGeom>
          </p:spPr>
        </p:pic>
        <p:pic>
          <p:nvPicPr>
            <p:cNvPr id="9" name="图片 8" descr="n02091134_125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12192" y="503"/>
              <a:ext cx="2624" cy="2066"/>
            </a:xfrm>
            <a:prstGeom prst="rect">
              <a:avLst/>
            </a:prstGeom>
          </p:spPr>
        </p:pic>
        <p:pic>
          <p:nvPicPr>
            <p:cNvPr id="17" name="图片 16" descr="n01616318_115_clean_heatmap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3675" y="2986"/>
              <a:ext cx="2232" cy="2049"/>
            </a:xfrm>
            <a:prstGeom prst="rect">
              <a:avLst/>
            </a:prstGeom>
          </p:spPr>
        </p:pic>
        <p:pic>
          <p:nvPicPr>
            <p:cNvPr id="2" name="图片 1" descr="n01728572_1081_clean_heatmap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6285" y="2996"/>
              <a:ext cx="2545" cy="2051"/>
            </a:xfrm>
            <a:prstGeom prst="rect">
              <a:avLst/>
            </a:prstGeom>
          </p:spPr>
        </p:pic>
        <p:pic>
          <p:nvPicPr>
            <p:cNvPr id="19" name="图片 18" descr="n01980166_78_clean_heatmap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9207" y="2996"/>
              <a:ext cx="2610" cy="2051"/>
            </a:xfrm>
            <a:prstGeom prst="rect">
              <a:avLst/>
            </a:prstGeom>
          </p:spPr>
        </p:pic>
        <p:pic>
          <p:nvPicPr>
            <p:cNvPr id="20" name="图片 19" descr="n02091134_125_clean_heatmap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12194" y="2996"/>
              <a:ext cx="2622" cy="2051"/>
            </a:xfrm>
            <a:prstGeom prst="rect">
              <a:avLst/>
            </a:prstGeom>
          </p:spPr>
        </p:pic>
        <p:pic>
          <p:nvPicPr>
            <p:cNvPr id="21" name="图片 20" descr="n02009229_33_clean_heatmap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15117" y="2996"/>
              <a:ext cx="2987" cy="1988"/>
            </a:xfrm>
            <a:prstGeom prst="rect">
              <a:avLst/>
            </a:prstGeom>
          </p:spPr>
        </p:pic>
        <p:pic>
          <p:nvPicPr>
            <p:cNvPr id="22" name="图片 21" descr="n01494475_570_clean_heatmap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95" y="2986"/>
              <a:ext cx="2733" cy="2050"/>
            </a:xfrm>
            <a:prstGeom prst="rect">
              <a:avLst/>
            </a:prstGeom>
          </p:spPr>
        </p:pic>
        <p:pic>
          <p:nvPicPr>
            <p:cNvPr id="10" name="图片 9" descr="n01494475_570_heatmap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502" y="5352"/>
              <a:ext cx="2725" cy="2366"/>
            </a:xfrm>
            <a:prstGeom prst="rect">
              <a:avLst/>
            </a:prstGeom>
          </p:spPr>
        </p:pic>
        <p:pic>
          <p:nvPicPr>
            <p:cNvPr id="24" name="图片 23" descr="n01616318_115_heatmap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690" y="5353"/>
              <a:ext cx="2234" cy="2364"/>
            </a:xfrm>
            <a:prstGeom prst="rect">
              <a:avLst/>
            </a:prstGeom>
          </p:spPr>
        </p:pic>
        <p:pic>
          <p:nvPicPr>
            <p:cNvPr id="25" name="图片 24" descr="n01728572_1081_heatmap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6312" y="5351"/>
              <a:ext cx="2625" cy="2365"/>
            </a:xfrm>
            <a:prstGeom prst="rect">
              <a:avLst/>
            </a:prstGeom>
          </p:spPr>
        </p:pic>
        <p:pic>
          <p:nvPicPr>
            <p:cNvPr id="26" name="图片 25" descr="n01980166_78_heatmap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9207" y="5352"/>
              <a:ext cx="2699" cy="2364"/>
            </a:xfrm>
            <a:prstGeom prst="rect">
              <a:avLst/>
            </a:prstGeom>
          </p:spPr>
        </p:pic>
        <p:pic>
          <p:nvPicPr>
            <p:cNvPr id="27" name="图片 26" descr="n02009229_33_heatmap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15120" y="5352"/>
              <a:ext cx="3004" cy="2289"/>
            </a:xfrm>
            <a:prstGeom prst="rect">
              <a:avLst/>
            </a:prstGeom>
          </p:spPr>
        </p:pic>
        <p:pic>
          <p:nvPicPr>
            <p:cNvPr id="28" name="图片 27" descr="n02091134_125_heatmap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12199" y="5352"/>
              <a:ext cx="2621" cy="2364"/>
            </a:xfrm>
            <a:prstGeom prst="rect">
              <a:avLst/>
            </a:prstGeom>
          </p:spPr>
        </p:pic>
      </p:grpSp>
    </p:spTree>
    <p:custDataLst>
      <p:tags r:id="rId21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</Words>
  <Application>WPS 演示</Application>
  <PresentationFormat>宽屏</PresentationFormat>
  <Paragraphs>2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微软雅黑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陈洋</cp:lastModifiedBy>
  <cp:revision>3</cp:revision>
  <dcterms:created xsi:type="dcterms:W3CDTF">2023-08-09T12:44:00Z</dcterms:created>
  <dcterms:modified xsi:type="dcterms:W3CDTF">2026-01-21T07:53:58Z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2052-12.1.0.21541</vt:lpwstr>
  </property>
  <property fmtid="{D5CDD505-2E9C-101B-9397-08002B2CF9AE}" pid="3" name="ICV">
    <vt:lpwstr>39E213A382584169AA60E6E8952C0458_12</vt:lpwstr>
  </property>
</Properties>
</file>